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7" r:id="rId1"/>
    <p:sldId id="258" r:id="rId2"/>
    <p:sldId id="259" r:id="rId3"/>
  </p:sldIdLst>
  <p:sldSz cx="9144000" cy="6858000" type="screen4x3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8229600" y="0"/>
            <a:ext cx="914400" cy="914400"/>
          </a:xfrm>
          <a:prstGeom prst="rect">
            <a:avLst/>
          </a:prstGeom>
          <a:solidFill>
            <a:srgbClr val="00FF00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5" name="Box 5"/>
          <p:cNvSpPr/>
          <p:nvPr/>
        </p:nvSpPr>
        <p:spPr>
          <a:xfrm>
            <a:off x="8229600" y="5943600"/>
            <a:ext cx="914400" cy="914400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sp>
      <p:sp>
        <p:nvSpPr>
          <p:cNvPr id="6" name="Box 6"/>
          <p:cNvSpPr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rPr lang="en-US" sz="3200"/>
              <a:t>VISIBLE FIRST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  <a:solidFill>
            <a:srgbClr val="00FFFF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8229600" y="0"/>
            <a:ext cx="914400" cy="914400"/>
          </a:xfrm>
          <a:prstGeom prst="rect">
            <a:avLst/>
          </a:prstGeom>
          <a:solidFill>
            <a:srgbClr val="FF00F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00FF00"/>
          </a:solidFill>
          <a:ln>
            <a:noFill/>
          </a:ln>
        </p:spPr>
      </p:sp>
      <p:sp>
        <p:nvSpPr>
          <p:cNvPr id="5" name="Box 5"/>
          <p:cNvSpPr/>
          <p:nvPr/>
        </p:nvSpPr>
        <p:spPr>
          <a:xfrm>
            <a:off x="8229600" y="5943600"/>
            <a:ext cx="914400" cy="9144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6" name="Box 6"/>
          <p:cNvSpPr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rPr lang="en-US" sz="3200"/>
              <a:t>HIDDEN SECOND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